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F1 Score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C40-4AF4-96CA-85A95D6FB3B3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40-4AF4-96CA-85A95D6FB3B3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40-4AF4-96CA-85A95D6FB3B3}"/>
              </c:ext>
            </c:extLst>
          </c:dPt>
          <c:dPt>
            <c:idx val="3"/>
            <c:invertIfNegative val="0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C40-4AF4-96CA-85A95D6FB3B3}"/>
              </c:ext>
            </c:extLst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C40-4AF4-96CA-85A95D6FB3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SVM ⭐</c:v>
                </c:pt>
                <c:pt idx="4">
                  <c:v>Gradient
Boosting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0.97760000000000002</c:v>
                </c:pt>
                <c:pt idx="1">
                  <c:v>0.92359999999999998</c:v>
                </c:pt>
                <c:pt idx="2">
                  <c:v>0.96430000000000005</c:v>
                </c:pt>
                <c:pt idx="3">
                  <c:v>0.98809999999999998</c:v>
                </c:pt>
                <c:pt idx="4">
                  <c:v>0.95140000000000002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40-4AF4-96CA-85A95D6FB3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24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286000"/>
            <a:ext cx="3200400" cy="3200400"/>
          </a:xfrm>
          <a:prstGeom prst="ellipse">
            <a:avLst/>
          </a:prstGeom>
          <a:solidFill>
            <a:srgbClr val="1B4F8A">
              <a:alpha val="30000"/>
            </a:srgbClr>
          </a:solidFill>
          <a:ln w="12700">
            <a:solidFill>
              <a:srgbClr val="1B4F8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560320" cy="2560320"/>
          </a:xfrm>
          <a:prstGeom prst="ellipse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SDG 16 — Peace &amp; Justice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Combat Misinformation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F8A">
              <a:alpha val="80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ACE6313 Machine Learning  |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 Fatima  &amp;  Yasmeen Abdelkader</a:t>
            </a: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T2610 March/April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594360" cy="59436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07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6733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fake news matters and our SDG 16 alignment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51760"/>
            <a:ext cx="594360" cy="59436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5420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9077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 Fake News Dataset — 44,898 articles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886200"/>
            <a:ext cx="594360" cy="59436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7764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1422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TF-IDF, dimensionality reduction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417320"/>
            <a:ext cx="594360" cy="59436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1307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16733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 + hyperparameter tuning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651760"/>
            <a:ext cx="594360" cy="59436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25420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29077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comparison, best model: SVM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886200"/>
            <a:ext cx="594360" cy="59436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77840" y="37764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77840" y="41422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limitations, future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8FB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4023360" cy="502920"/>
          </a:xfrm>
          <a:prstGeom prst="rect">
            <a:avLst/>
          </a:prstGeom>
          <a:solidFill>
            <a:srgbClr val="1B4F8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spreads 6x faster than real news on social media.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fact-checking cannot scale to millions of daily posts.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information undermines trust in institutions and democracy.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enables automated, scalable detection.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BF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43000"/>
            <a:ext cx="4023360" cy="50292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16 Alignment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83480" y="1783080"/>
            <a:ext cx="320040" cy="3200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783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peaceful &amp; inclusive societies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83480" y="2468880"/>
            <a:ext cx="320040" cy="3200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2468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access to reliable information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83480" y="3154680"/>
            <a:ext cx="320040" cy="3200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misinformation at scale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3480" y="3840480"/>
            <a:ext cx="320040" cy="3200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3840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public institutions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10972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097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 Fake News Dataset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192024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286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23,481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926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Articles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fake.csv — Label: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9202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920240"/>
            <a:ext cx="192024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2286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21,417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50592" y="2926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Articles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50592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true.csv — Label: 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9202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920240"/>
            <a:ext cx="1920240" cy="3200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2286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26864" y="2926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26864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deduplication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9202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920240"/>
            <a:ext cx="192024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2286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03136" y="2926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03136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text, subject, date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114800"/>
            <a:ext cx="8595360" cy="73152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148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articles from Politifact &amp; Wikipedia-flagged sites  |  Real articles from Reuters.com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 values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 column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subject field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word_count feature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27832" y="109728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1097280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7832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text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4992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punctuation (regex)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64992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 (NLTK)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64992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Lemmatisation (WordNet)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 (5000 features)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81344" y="109728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1097280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81344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Reduction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18504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TruncatedSVD applied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18504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→ 300 components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18504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~85–90% variance kept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18504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matrix compatible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18504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model training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99232" y="3017520"/>
            <a:ext cx="246888" cy="0"/>
          </a:xfrm>
          <a:prstGeom prst="line">
            <a:avLst/>
          </a:prstGeom>
          <a:noFill/>
          <a:ln w="25400">
            <a:solidFill>
              <a:srgbClr val="BDC3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0" y="3017520"/>
            <a:ext cx="246888" cy="0"/>
          </a:xfrm>
          <a:prstGeom prst="line">
            <a:avLst/>
          </a:prstGeom>
          <a:noFill/>
          <a:ln w="25400">
            <a:solidFill>
              <a:srgbClr val="BDC3C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640080" cy="1005840"/>
          </a:xfrm>
          <a:prstGeom prst="roundRect">
            <a:avLst>
              <a:gd name="adj" fmla="val 14286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2161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classifier. Fast and interpretable.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77440"/>
            <a:ext cx="640080" cy="1005840"/>
          </a:xfrm>
          <a:prstGeom prst="roundRect">
            <a:avLst>
              <a:gd name="adj" fmla="val 14286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774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450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recursive splits. Easy to visualise.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640080" cy="1005840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118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6850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trees. Reduces variance via averaging.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178308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783080"/>
            <a:ext cx="640080" cy="1005840"/>
          </a:xfrm>
          <a:prstGeom prst="roundRect">
            <a:avLst>
              <a:gd name="adj" fmla="val 14286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7830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18562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2240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Max-margin hyperplane. Strong on high-dim text data.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01752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017520"/>
            <a:ext cx="640080" cy="100584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0175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3090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trees correcting each other's errors.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41605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416052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Hyperparameter Tuning: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(3-fold CV) on Random Forest —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&amp; on</a:t>
            </a:r>
          </a:p>
          <a:p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SVM — C, kernel, gamma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Comparison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280160"/>
          <a:ext cx="3383280" cy="2377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Logistic Reg.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0.9765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0.9776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0.9187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0.9236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0.9626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0.9643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SVM 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0.9875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0.9881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Gradient Boost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0.9493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0.9514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379476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F4ECF7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577840" y="3840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 SVM</a:t>
            </a:r>
            <a:endParaRPr lang="en-US" sz="1500" dirty="0"/>
          </a:p>
        </p:txBody>
      </p:sp>
      <p:sp>
        <p:nvSpPr>
          <p:cNvPr id="5" name="Text 4"/>
          <p:cNvSpPr/>
          <p:nvPr/>
        </p:nvSpPr>
        <p:spPr>
          <a:xfrm>
            <a:off x="5577840" y="4251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 0.9881  |  Accuracy: 98.75%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Discussion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53312"/>
            <a:ext cx="411480" cy="41148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280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Wins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outperformed even ensemble methods. The 300-dim SVD space maintained strong margin separation between fake and real news.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353312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3248" y="1280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Baseline Strong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scored 0.9776 F1 — showing the TF-IDF + SVD features are highly linearly separable, even without complex models.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182112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108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Weakest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trees overfit easily. Without ensemble aggregation, they struggle to generalise on high-dimensional text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3182112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3108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Works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cut 5000 TF-IDF features to 300, saving compute time while retaining ~85–90% variance — no accuracy loss.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built successfully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models trained — SVM best at 98.81% F1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SVD preprocessing proved effective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on GitHub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97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66420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political news dataset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learning models (BERT,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credibility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977640"/>
            <a:ext cx="8595360" cy="896112"/>
          </a:xfrm>
          <a:prstGeom prst="roundRect">
            <a:avLst>
              <a:gd name="adj" fmla="val 10204"/>
            </a:avLst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977640"/>
            <a:ext cx="8595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Work: 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BERT/RoBERTa  |  Extend to multilingual data  |  Deploy as web API  |  Add SHAP explainability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1B4F8A">
              <a:alpha val="30000"/>
            </a:srgbClr>
          </a:solidFill>
          <a:ln w="12700">
            <a:solidFill>
              <a:srgbClr val="1B4F8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2286000" cy="2400300"/>
          </a:xfrm>
          <a:prstGeom prst="ellipse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83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5603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ACE6313 — T2610 March/April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612</Words>
  <Application>Microsoft Office PowerPoint</Application>
  <PresentationFormat>On-screen Show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- ACE6313</dc:title>
  <dc:subject>PptxGenJS Presentation</dc:subject>
  <dc:creator>PptxGenJS</dc:creator>
  <cp:lastModifiedBy>noor fatima</cp:lastModifiedBy>
  <cp:revision>3</cp:revision>
  <dcterms:created xsi:type="dcterms:W3CDTF">2026-06-27T12:00:52Z</dcterms:created>
  <dcterms:modified xsi:type="dcterms:W3CDTF">2026-06-29T09:26:39Z</dcterms:modified>
</cp:coreProperties>
</file>